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F9616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9E795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Live Sellers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engagement analysis of 7,050 posts from Thai fashion &amp; cosmetics retailers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Machine Learning Repository  |  Facebook Marketplace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7,050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2012–2018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525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status_type — photo, video, status, or link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status_published — date &amp; time of post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num_reactions, num_comments, num_shares — core engagement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breakdown — likes, loves, wows, hahas, sads, angrys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this analysis answers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posting time affect reactions?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reactions, comments &amp; shares correlate?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natural post segments exist? (K-Means)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post type performs best, and how?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Photos dominate, but not equally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count by status type</a:t>
            </a:r>
            <a:endParaRPr lang="en-US" sz="1400" dirty="0"/>
          </a:p>
        </p:txBody>
      </p:sp>
      <p:pic>
        <p:nvPicPr>
          <p:cNvPr id="4" name="Image 0" descr="chart_post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583680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554480"/>
            <a:ext cx="4206240" cy="3931920"/>
          </a:xfrm>
          <a:prstGeom prst="roundRect">
            <a:avLst>
              <a:gd name="adj" fmla="val 1395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783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6809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posts are photos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0" y="2880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68096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posts are video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3977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68096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+ links combined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drives the conversation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reactions, comments &amp; shares by post type</a:t>
            </a:r>
            <a:endParaRPr lang="en-US" sz="1400" dirty="0"/>
          </a:p>
        </p:txBody>
      </p:sp>
      <p:pic>
        <p:nvPicPr>
          <p:cNvPr id="4" name="Image 0" descr="chart_avg_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7772400" cy="43525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2560" y="155448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/>
          <p:nvPr/>
        </p:nvSpPr>
        <p:spPr>
          <a:xfrm>
            <a:off x="905256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439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reactions on status posts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052560" y="28346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9052560" y="2944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4400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comments on video posts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052560" y="41148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C9A800"/>
          </a:solidFill>
          <a:ln/>
        </p:spPr>
      </p:sp>
      <p:sp>
        <p:nvSpPr>
          <p:cNvPr id="12" name="Text 9"/>
          <p:cNvSpPr/>
          <p:nvPr/>
        </p:nvSpPr>
        <p:spPr>
          <a:xfrm>
            <a:off x="9052560" y="4224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144000" y="4709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shares on video posts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Evening posts win on reactions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reactions by hour of publication (24h, all years)</a:t>
            </a:r>
            <a:endParaRPr lang="en-US" sz="1400" dirty="0"/>
          </a:p>
        </p:txBody>
      </p:sp>
      <p:pic>
        <p:nvPicPr>
          <p:cNvPr id="4" name="Image 0" descr="chart_hou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686800" cy="4864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09760" y="1828800"/>
            <a:ext cx="2194560" cy="237744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4692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5–8pm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646920" y="2468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window for reactions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4692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Thursday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46920" y="36118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day of the week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Reactions and conversation are different things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of engagement metrics</a:t>
            </a:r>
            <a:endParaRPr lang="en-US" sz="1400" dirty="0"/>
          </a:p>
        </p:txBody>
      </p:sp>
      <p:pic>
        <p:nvPicPr>
          <p:cNvPr id="4" name="Image 0" descr="chart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029200" cy="4261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relationships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35040" y="201168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≈ reactions (r = 0.99) — likes are nearly all of total reactions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↔ shares (r = 0.64) — discussion and sharing move together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↔ comments (r = 0.15) — weak link; high reactions don't imply discussion</a:t>
            </a:r>
            <a:endParaRPr lang="en-US" sz="14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↔ shares (r = 0.25) — also weak; approval ≠ amplification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right number of clusters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on the standardized engagement features</a:t>
            </a:r>
            <a:endParaRPr lang="en-US" sz="1400" dirty="0"/>
          </a:p>
        </p:txBody>
      </p:sp>
      <p:pic>
        <p:nvPicPr>
          <p:cNvPr id="4" name="Image 0" descr="chart_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7772400" cy="43525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69680" y="2103120"/>
            <a:ext cx="2743200" cy="1463040"/>
          </a:xfrm>
          <a:prstGeom prst="roundRect">
            <a:avLst>
              <a:gd name="adj" fmla="val 3750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2240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961120" y="2880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chosen at the elbow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distinct post segments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(k=4): reactions vs. comments, log scale</a:t>
            </a:r>
            <a:endParaRPr lang="en-US" sz="1400" dirty="0"/>
          </a:p>
        </p:txBody>
      </p:sp>
      <p:pic>
        <p:nvPicPr>
          <p:cNvPr id="4" name="Image 0" descr="chart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5448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1737360"/>
            <a:ext cx="548640" cy="548640"/>
          </a:xfrm>
          <a:prstGeom prst="ellipse">
            <a:avLst/>
          </a:prstGeom>
          <a:solidFill>
            <a:srgbClr val="888780"/>
          </a:solidFill>
          <a:ln/>
        </p:spPr>
      </p:sp>
      <p:sp>
        <p:nvSpPr>
          <p:cNvPr id="7" name="Text 4"/>
          <p:cNvSpPr/>
          <p:nvPr/>
        </p:nvSpPr>
        <p:spPr>
          <a:xfrm>
            <a:off x="8595360" y="1627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6,322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953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posts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80960" y="2670048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63840" y="285292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0" y="2743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9536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discussions (mostly video)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80960" y="3785616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63840" y="3968496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8595360" y="38587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595360" y="42428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High-reaction, low-talk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80960" y="4901184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5084064"/>
            <a:ext cx="548640" cy="548640"/>
          </a:xfrm>
          <a:prstGeom prst="ellipse">
            <a:avLst/>
          </a:prstGeom>
          <a:solidFill>
            <a:srgbClr val="C9A800"/>
          </a:solidFill>
          <a:ln/>
        </p:spPr>
      </p:sp>
      <p:sp>
        <p:nvSpPr>
          <p:cNvPr id="19" name="Text 16"/>
          <p:cNvSpPr/>
          <p:nvPr/>
        </p:nvSpPr>
        <p:spPr>
          <a:xfrm>
            <a:off x="8595360" y="49743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595360" y="5358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Super-engaged outliers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has a modest effect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posts (5–8pm) and Thursdays see higher average reactions, but content type matters more.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Reactions ≠ conversation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08483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drive almost all reactions (r=0.99), but reactions barely predict comments or shares.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earns engagement depth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55371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average 643 comments and 116 shares per post — far above photos, status, or links.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11480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natural segments exist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55371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 separates typical posts from viral-discussion, high-reaction, and outlier posts.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Sellers — Thailand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Live Sellers (Thailand) — Engagement Analysis</dc:title>
  <dc:subject>PptxGenJS Presentation</dc:subject>
  <dc:creator>Claude</dc:creator>
  <cp:lastModifiedBy>Claude</cp:lastModifiedBy>
  <cp:revision>1</cp:revision>
  <dcterms:created xsi:type="dcterms:W3CDTF">2026-06-30T11:53:25Z</dcterms:created>
  <dcterms:modified xsi:type="dcterms:W3CDTF">2026-06-30T11:53:25Z</dcterms:modified>
</cp:coreProperties>
</file>