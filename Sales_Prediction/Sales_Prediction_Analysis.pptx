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F9C74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Advertising Spend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Sales Prediction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sales: a linear regression analysis of 200 advertising campaigns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 ·  Radio  ·  Newspaper  →  Sales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832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TV spend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15.1 units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13716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05256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— advertising spend on television ($)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— advertising spend on radio ($)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— advertising spend in print ($)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— units sold for that campaign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108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4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this analysis answers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352044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medium drives sales the most?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a linear model predict sales?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predicted for a new $200/$40/$50 spend?</a:t>
            </a:r>
            <a:endParaRPr lang="en-US" sz="14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normalization change model performance?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&amp; Sales Prediction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 is the dominant driver of sales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each ad medium with Sales</a:t>
            </a:r>
            <a:endParaRPr lang="en-US" sz="1400" dirty="0"/>
          </a:p>
        </p:txBody>
      </p:sp>
      <p:pic>
        <p:nvPicPr>
          <p:cNvPr id="4" name="Image 0" descr="sales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4008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645920"/>
            <a:ext cx="4023360" cy="3931920"/>
          </a:xfrm>
          <a:prstGeom prst="roundRect">
            <a:avLst>
              <a:gd name="adj" fmla="val 1395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8181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vs Sales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2971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0.35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8181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vs Sales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1812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88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0.16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818120" y="4617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 vs Sales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&amp; Sales Prediction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linear relationship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advertising spend vs. Sales, with fitted trend line</a:t>
            </a:r>
            <a:endParaRPr lang="en-US" sz="1400" dirty="0"/>
          </a:p>
        </p:txBody>
      </p:sp>
      <p:pic>
        <p:nvPicPr>
          <p:cNvPr id="4" name="Image 0" descr="sales_tv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63040"/>
            <a:ext cx="8229600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&amp; Sales Prediction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model fits well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TV + Radio + Newspaper predicting Sales</a:t>
            </a:r>
            <a:endParaRPr lang="en-US" sz="1400" dirty="0"/>
          </a:p>
        </p:txBody>
      </p:sp>
      <p:pic>
        <p:nvPicPr>
          <p:cNvPr id="4" name="Image 0" descr="sales_actual_vs_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512064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645920"/>
            <a:ext cx="5029200" cy="118872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C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0.903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58368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sales variance explained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coefficients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0" y="352044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TV: +0.054 per dollar spent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Radio: +0.107 per dollar spent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Newspaper: +0.0003 per dollar spent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1.64 units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&amp; Sales Prediction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impact on a level playing field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coefficients — comparable across predictors regardless of scale</a:t>
            </a:r>
            <a:endParaRPr lang="en-US" sz="1400" dirty="0"/>
          </a:p>
        </p:txBody>
      </p:sp>
      <p:pic>
        <p:nvPicPr>
          <p:cNvPr id="4" name="Image 0" descr="sales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858000" cy="4407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normalize?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528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coefficients aren't comparable: TV spend ranges $0–296 while Newspaper ranges $0–114. Standardizing puts every predictor on the same scale, so coefficient size reflects true relative impact.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55280" y="4114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94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TV's effect is roughly 3x Radio's and over 700x Newspaper's.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&amp; Sales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worked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campaign: $200 TV, $40 Radio, $50 Newspaper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C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19.8 units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4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normalization change the result?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0" y="21488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R²: 0.9027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R²: 0.9027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— OLS regression fit quality is scale-invariant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helps compare coefficients, not predictive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&amp; Sales Prediction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 is not optional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with vs. without TV as a predictor</a:t>
            </a:r>
            <a:endParaRPr lang="en-US" sz="1400" dirty="0"/>
          </a:p>
        </p:txBody>
      </p:sp>
      <p:pic>
        <p:nvPicPr>
          <p:cNvPr id="4" name="Image 0" descr="sales_model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5943600" cy="4389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828800"/>
            <a:ext cx="4206240" cy="3474720"/>
          </a:xfrm>
          <a:prstGeom prst="roundRect">
            <a:avLst>
              <a:gd name="adj" fmla="val 1579"/>
            </a:avLst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 TV from the model: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260604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falls from 0.90 to 0.12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rises from 1.64 to 4.93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+ Newspaper alone explain only 12% of sales variance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&amp; Sales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9414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TV drives sales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8483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spend correlates strongly with sales (r=0.90) and carries by far the largest model coefficient.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1645920"/>
            <a:ext cx="548640" cy="548640"/>
          </a:xfrm>
          <a:prstGeom prst="ellipse">
            <a:avLst/>
          </a:prstGeom>
          <a:solidFill>
            <a:srgbClr val="F94144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fits well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08483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3-variable regression explains 90% of sales variance, with predictions tracking actuals closely.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F9414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096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Newspaper barely matters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55371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standardized coefficient is near zero — spend here has minimal measurable effect on sales.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4114800"/>
            <a:ext cx="548640" cy="548640"/>
          </a:xfrm>
          <a:prstGeom prst="ellipse">
            <a:avLst/>
          </a:prstGeom>
          <a:solidFill>
            <a:srgbClr val="F9414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0" y="40965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aids comparison, not accuracy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4553712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is unchanged by scaling; standardizing only helps rank predictor impact fairly.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Spend &amp; Sales Prediction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Advertising Spend &amp; Sales Prediction</dc:title>
  <dc:subject>PptxGenJS Presentation</dc:subject>
  <dc:creator>Claude</dc:creator>
  <cp:lastModifiedBy>Claude</cp:lastModifiedBy>
  <cp:revision>1</cp:revision>
  <dcterms:created xsi:type="dcterms:W3CDTF">2026-06-30T12:00:01Z</dcterms:created>
  <dcterms:modified xsi:type="dcterms:W3CDTF">2026-06-30T12:00:01Z</dcterms:modified>
</cp:coreProperties>
</file>